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ECC71"/>
                </a:solidFill>
                <a:latin typeface="Calibri"/>
              </a:defRPr>
            </a:pPr>
            <a:r>
              <a:t>Proyek Data Science — UAS IF404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Analisis Data E-Commerce</a:t>
            </a:r>
            <a:br/>
            <a:r>
              <a:t>Buku Impor Periplus.com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8288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48CAE4"/>
                </a:solidFill>
                <a:latin typeface="Calibri"/>
              </a:defRPr>
            </a:pPr>
            <a:r>
              <a:t>Web Scraping, Regresi Linier, K-Means Clustering &amp; 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Sutan Gading Fadhillah Nasution  •  Rina Mardiana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Dosen: Ir. Ahmad Chusyairi, M.Com., CDS., IPM., ASEAN 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Overview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Apa yang kami bangun dan mengapa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Studi kasus: e-commerce buku impor Periplus.com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Pipeline end-to-end: scraping → cleaning → analisis → modeling →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Fokus presentasi ini: web scraping, regresi linier, k-Means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Partner: Rina Mardiana — mempresentasikan korelasi, klasifikasi, &amp; big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Tech stack: Python, Pandas, Scikit-learn, Matplotlib, BeautifulSoup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Data Acquisition: Web Scraping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Mengumpulkan data dari Periplus.com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2860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Halaman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8 Kategori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286000" cy="45720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Mentah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1.514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64592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Bersih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1.322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228600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Atribut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 Kolom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Tools: Python requests + BeautifulSoup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393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Rate limiting &amp; user-agent rotation untuk menghormati akses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782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Atribut: title, author, binding, in_stock, category, price, original_price,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171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8 kategori: Fiction, Business, Children's, Computer, Biographies, Arts, Cooking,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560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Data disimpan CSV → siap cleaning &amp; analisis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Statistika Deskriptif &amp; Distribusi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Mean Harga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Rp 376.616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688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Rp 299.000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468880" cy="45720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Std.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Rp 263.249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4688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29K - 1.97M</a:t>
            </a:r>
          </a:p>
        </p:txBody>
      </p:sp>
      <p:pic>
        <p:nvPicPr>
          <p:cNvPr id="20" name="Picture 19" descr="distribusi_katego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17520"/>
            <a:ext cx="5669280" cy="1965350"/>
          </a:xfrm>
          <a:prstGeom prst="rect">
            <a:avLst/>
          </a:prstGeom>
        </p:spPr>
      </p:pic>
      <p:pic>
        <p:nvPicPr>
          <p:cNvPr id="21" name="Picture 20" descr="distribusi_h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017520"/>
            <a:ext cx="5669280" cy="1987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Analisis Regresi Linier Berganda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Prediksi harga jual bersih</a:t>
            </a:r>
          </a:p>
        </p:txBody>
      </p:sp>
      <p:pic>
        <p:nvPicPr>
          <p:cNvPr id="5" name="Picture 4" descr="regresi_lin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13702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24688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R²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0,990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1645920"/>
            <a:ext cx="246888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Durbin-Watson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1,94</a:t>
            </a:r>
          </a:p>
        </p:txBody>
      </p:sp>
      <p:pic>
        <p:nvPicPr>
          <p:cNvPr id="14" name="Picture 13" descr="regressio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17520"/>
            <a:ext cx="5029200" cy="4410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+Rp 1.000 harga asli → +Rp 964 harga jual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+1% diskon → -Rp 3.756 harga jual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Konstanta Rp 14.971 (base markup)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Residual normal, tidak ada autokorelasi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Interpretasi Model Regresi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Apa artinya buat bisnis?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Calibri"/>
              </a:defRPr>
            </a:pPr>
            <a:r>
              <a:t>•  99,0% variansi harga jual bisa diprediksi dari harga asli + diskon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Calibri"/>
              </a:defRPr>
            </a:pPr>
            <a:r>
              <a:t>•  Harga asli penerbit = faktor dominan penetapan harga Periplus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Calibri"/>
              </a:defRPr>
            </a:pPr>
            <a:r>
              <a:t>•  Diskon menurunkan harga secara signifikan: tiap 1% diskon = -Rp 3.756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Calibri"/>
              </a:defRPr>
            </a:pPr>
            <a:r>
              <a:t>•  Konstanta Rp 14.971 = base markup Periplus di atas harga penerbit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Calibri"/>
              </a:defRPr>
            </a:pPr>
            <a:r>
              <a:t>•  Model bisa dipakai simulasi: "kalau diskon 20%, harga jadi berapa?"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Calibri"/>
              </a:defRPr>
            </a:pPr>
            <a:r>
              <a:t>•  Durbin-Watson 1,94 → residual independen, model reliable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K-Means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Segmentasi katalog produk menjadi 3 kluster</a:t>
            </a:r>
          </a:p>
        </p:txBody>
      </p:sp>
      <p:pic>
        <p:nvPicPr>
          <p:cNvPr id="5" name="Picture 4" descr="kmeans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669280" cy="2029683"/>
          </a:xfrm>
          <a:prstGeom prst="rect">
            <a:avLst/>
          </a:prstGeom>
        </p:spPr>
      </p:pic>
      <p:pic>
        <p:nvPicPr>
          <p:cNvPr id="6" name="Picture 5" descr="elbow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19871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ECC71"/>
                </a:solidFill>
                <a:latin typeface="Calibri"/>
              </a:defRPr>
            </a:pPr>
            <a:r>
              <a:t>Silhouette Score: 0,63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Detail 3 Kluster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Karakteristik setiap segmen pasar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389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39424"/>
                </a:solidFill>
                <a:latin typeface="Calibri"/>
              </a:defRPr>
            </a:pPr>
            <a:r>
              <a:t>Budget &amp; Promo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197 (14,9%)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Avg: Rp 196.722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Diskon 44,3%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Buku populer dalam diskon agresif</a:t>
            </a:r>
            <a:br/>
            <a:r>
              <a:t>Strategi: high-volume, low-margin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4389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C7"/>
                </a:solidFill>
                <a:latin typeface="Calibri"/>
              </a:defRPr>
            </a:pPr>
            <a:r>
              <a:t>Standard Regular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1.013 (76,6%)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Avg: Rp 336.256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Diskon 1,5%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40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Tulang punggung pendapatan</a:t>
            </a:r>
            <a:br/>
            <a:r>
              <a:t>Novel, bisnis, referensi reguler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474720" cy="4389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600"/>
                </a:solidFill>
                <a:latin typeface="Calibri"/>
              </a:defRPr>
            </a:pPr>
            <a:r>
              <a:t>Premium Collector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112 (8,5%)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Avg: Rp 1.058.080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Diskon 0,4%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40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Ensiklopedia, edisi kolektor langka</a:t>
            </a:r>
            <a:br/>
            <a:r>
              <a:t>Strategi: low-volume, high-margin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Business Insights &amp; Rekomendasi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CCCCC"/>
                </a:solidFill>
                <a:latin typeface="Calibri"/>
              </a:defRPr>
            </a:pPr>
            <a:r>
              <a:t>Nilai bisnis dari hasil analisis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ECC71"/>
                </a:solidFill>
                <a:latin typeface="Calibri"/>
              </a:defRPr>
            </a:pPr>
            <a:r>
              <a:t>Bagi Konsumen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Identifikasi promo terbaik via kluster Budget &amp; Promo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Rekomendasi personal berbasis segmentasi harga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Prediksi rentang harga wajar per kategori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C7"/>
                </a:solidFill>
                <a:latin typeface="Calibri"/>
              </a:defRPr>
            </a:pPr>
            <a:r>
              <a:t>Bagi Pengelola 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Efisiensi inventaris &amp; optimasi reorder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Dynamic pricing berbasis model regresi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Targeted marketing per segmen kluster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D600"/>
                </a:solidFill>
                <a:latin typeface="Calibri"/>
              </a:defRPr>
            </a:pPr>
            <a:r>
              <a:t>Ringkasan Hasil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✓  Regresi R² = 0,990 → harga bisa diprediksi dengan presisi tinggi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✓  3 kluster strategis memungkinkan strategi pemasaran yang berbeda per segmen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✓  Model siap diimplementasikan untuk decision support system e-commerce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Pipeline data science end-to-end berhasil diimplementasikan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1.514 data mentah → 1.322 data bersih dari 8 kategori Periplus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Regresi linier berganda: R² = 0,990 — prediksi harga sangat akurat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K-Means: 3 kluster strategis dengan Silhouette Score 0,63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•  Hasil analisis siap digunakan untuk optimasi strategi penjualan e-commerce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8288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ECC71"/>
                </a:solidFill>
                <a:latin typeface="Calibri"/>
              </a:defRPr>
            </a:pPr>
            <a:r>
              <a:t>Sutan Gading Fadhillah Nasution  •  Rina Mardiana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D600"/>
                </a:solidFill>
                <a:latin typeface="Calibri"/>
              </a:defRPr>
            </a:pPr>
            <a:r>
              <a:t>Sesi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